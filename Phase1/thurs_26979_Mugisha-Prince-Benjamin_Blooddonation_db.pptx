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0586" y="306860"/>
            <a:ext cx="9297987" cy="255167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Project: Blood Bank Inventory &amp; Donation Network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37494" y="3247933"/>
            <a:ext cx="8915399" cy="1598707"/>
          </a:xfrm>
        </p:spPr>
        <p:txBody>
          <a:bodyPr>
            <a:normAutofit/>
          </a:bodyPr>
          <a:lstStyle/>
          <a:p>
            <a:r>
              <a:rPr lang="en-GB" dirty="0" smtClean="0"/>
              <a:t>Name: MUGISHA Prince Benjamin</a:t>
            </a:r>
          </a:p>
          <a:p>
            <a:r>
              <a:rPr lang="en-GB" dirty="0" smtClean="0"/>
              <a:t>ID: 26979</a:t>
            </a:r>
          </a:p>
          <a:p>
            <a:r>
              <a:rPr lang="en-GB" dirty="0" smtClean="0"/>
              <a:t>Date: 17</a:t>
            </a:r>
            <a:r>
              <a:rPr lang="en-GB" baseline="30000" dirty="0" smtClean="0"/>
              <a:t>th</a:t>
            </a:r>
            <a:r>
              <a:rPr lang="en-GB" dirty="0" smtClean="0"/>
              <a:t> November 2025</a:t>
            </a:r>
          </a:p>
          <a:p>
            <a:r>
              <a:rPr lang="en-GB" dirty="0" smtClean="0"/>
              <a:t>Course: Database Development with PL &amp; SQL Capstone Project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611" y="5136790"/>
            <a:ext cx="6549200" cy="1721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136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Problem 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6131" y="1905000"/>
            <a:ext cx="8915400" cy="3777622"/>
          </a:xfrm>
        </p:spPr>
        <p:txBody>
          <a:bodyPr>
            <a:normAutofit fontScale="92500" lnSpcReduction="20000"/>
          </a:bodyPr>
          <a:lstStyle/>
          <a:p>
            <a:r>
              <a:rPr lang="en-GB" dirty="0" smtClean="0"/>
              <a:t>Issue: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smtClean="0"/>
              <a:t> Blood shortages during </a:t>
            </a:r>
            <a:r>
              <a:rPr lang="en-GB" dirty="0" err="1" smtClean="0"/>
              <a:t>emergincies</a:t>
            </a:r>
            <a:r>
              <a:rPr lang="en-GB" dirty="0" smtClean="0"/>
              <a:t>, wastage from expiration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smtClean="0"/>
              <a:t>No real-time visibility of blood inventory across locations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smtClean="0"/>
              <a:t>Poor donor engagement and recall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smtClean="0"/>
              <a:t>Lack of analytics for blood demanding forecasting</a:t>
            </a:r>
          </a:p>
          <a:p>
            <a:r>
              <a:rPr lang="en-GB" dirty="0" smtClean="0"/>
              <a:t>Context: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smtClean="0"/>
              <a:t>Rwanda’s Healthcare Network (hospitals, blood bank)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smtClean="0"/>
              <a:t>Critical need for blood supply chain optimization</a:t>
            </a:r>
          </a:p>
          <a:p>
            <a:r>
              <a:rPr lang="en-GB" dirty="0" smtClean="0"/>
              <a:t>Impact: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smtClean="0"/>
              <a:t>Prevents deaths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smtClean="0"/>
              <a:t>30% blood wastage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394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Target Users &amp; Benefits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8910" y="1993557"/>
            <a:ext cx="8915400" cy="3937686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Users: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smtClean="0"/>
              <a:t>Blood </a:t>
            </a:r>
            <a:r>
              <a:rPr lang="en-GB" dirty="0"/>
              <a:t>b</a:t>
            </a:r>
            <a:r>
              <a:rPr lang="en-GB" dirty="0" smtClean="0"/>
              <a:t>ank managers: Stock Monitoring and expiry alerts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smtClean="0"/>
              <a:t>Hospital staffs: Real-time blood </a:t>
            </a:r>
            <a:r>
              <a:rPr lang="en-GB" dirty="0" err="1" smtClean="0"/>
              <a:t>avalaibility</a:t>
            </a:r>
            <a:endParaRPr lang="en-GB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 smtClean="0"/>
              <a:t>Lab Technicians: Test result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smtClean="0"/>
              <a:t>Blood Donors: Easy registration and history tracking</a:t>
            </a:r>
          </a:p>
          <a:p>
            <a:r>
              <a:rPr lang="en-GB" dirty="0" smtClean="0"/>
              <a:t>Expected Outcomes &amp; Goals: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smtClean="0"/>
              <a:t>30% reduction in blood wastage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smtClean="0"/>
              <a:t>Improved donor retention and automate donor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smtClean="0"/>
              <a:t>Real-time inventory visibility and centralize inventory across facilities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smtClean="0"/>
              <a:t>Better emergency response capability by 40%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879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Business Intelligence Potential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1861" y="1771135"/>
            <a:ext cx="8915400" cy="3777622"/>
          </a:xfrm>
        </p:spPr>
        <p:txBody>
          <a:bodyPr/>
          <a:lstStyle/>
          <a:p>
            <a:r>
              <a:rPr lang="en-GB" dirty="0" smtClean="0"/>
              <a:t>Business Intelligence Opportunities: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 smtClean="0"/>
              <a:t>Predictive analytics for blood demand by season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 smtClean="0"/>
              <a:t>Donor segmentation and engagement scoring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 smtClean="0"/>
              <a:t>Expiry pattern analysis and waste reduction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 smtClean="0"/>
              <a:t>Blood group utilization trends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 smtClean="0"/>
              <a:t>Campaign effectiveness measurement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 smtClean="0"/>
              <a:t>Donor retention insights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 smtClean="0"/>
              <a:t>Emergency response optimization</a:t>
            </a:r>
          </a:p>
          <a:p>
            <a:pPr marL="0" indent="0">
              <a:buNone/>
            </a:pPr>
            <a:r>
              <a:rPr lang="en-GB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436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66" y="500542"/>
            <a:ext cx="8911687" cy="1280890"/>
          </a:xfrm>
        </p:spPr>
        <p:txBody>
          <a:bodyPr/>
          <a:lstStyle/>
          <a:p>
            <a:r>
              <a:rPr lang="en-GB" dirty="0" smtClean="0"/>
              <a:t>Solution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8207" y="1548713"/>
            <a:ext cx="8915400" cy="4580238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Technical Solution: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smtClean="0"/>
              <a:t>Oracle PL/SQL database backend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 smtClean="0"/>
              <a:t>Automated business rules and triggers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smtClean="0"/>
              <a:t>BI-ready data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 smtClean="0"/>
              <a:t>Comphrensive</a:t>
            </a:r>
            <a:r>
              <a:rPr lang="en-GB" dirty="0" smtClean="0"/>
              <a:t> audit trails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smtClean="0"/>
              <a:t>Web Service </a:t>
            </a:r>
            <a:r>
              <a:rPr lang="en-GB" dirty="0" err="1" smtClean="0"/>
              <a:t>intergration</a:t>
            </a:r>
            <a:r>
              <a:rPr lang="en-GB" dirty="0" smtClean="0"/>
              <a:t> ready</a:t>
            </a:r>
          </a:p>
          <a:p>
            <a:r>
              <a:rPr lang="en-GB" dirty="0" smtClean="0"/>
              <a:t>Key Features: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 smtClean="0"/>
              <a:t>Donor management with eligibility screening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 smtClean="0"/>
              <a:t>Blood Collection and testing workflow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 smtClean="0"/>
              <a:t>Inventory management expiry tracking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 smtClean="0"/>
              <a:t>Request and issuance system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 err="1" smtClean="0"/>
              <a:t>Comphrensive</a:t>
            </a:r>
            <a:r>
              <a:rPr lang="en-GB" dirty="0" smtClean="0"/>
              <a:t> reporting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32880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81</TotalTime>
  <Words>246</Words>
  <Application>Microsoft Office PowerPoint</Application>
  <PresentationFormat>Widescreen</PresentationFormat>
  <Paragraphs>51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Century Gothic</vt:lpstr>
      <vt:lpstr>Courier New</vt:lpstr>
      <vt:lpstr>Wingdings 3</vt:lpstr>
      <vt:lpstr>Wisp</vt:lpstr>
      <vt:lpstr>Project: Blood Bank Inventory &amp; Donation Network System</vt:lpstr>
      <vt:lpstr>Problem Definition</vt:lpstr>
      <vt:lpstr>Target Users &amp; Benefits</vt:lpstr>
      <vt:lpstr>Business Intelligence Potential</vt:lpstr>
      <vt:lpstr>Solution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Project: Blood Bank Inventory &amp; Donation Network System</dc:title>
  <dc:creator>Benjamin</dc:creator>
  <cp:lastModifiedBy>Benjamin</cp:lastModifiedBy>
  <cp:revision>7</cp:revision>
  <dcterms:created xsi:type="dcterms:W3CDTF">2025-12-18T00:38:08Z</dcterms:created>
  <dcterms:modified xsi:type="dcterms:W3CDTF">2025-12-18T01:59:19Z</dcterms:modified>
</cp:coreProperties>
</file>